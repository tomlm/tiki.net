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b2996078ac845c5" /><Relationship Type="http://schemas.openxmlformats.org/package/2006/relationships/metadata/core-properties" Target="/package/services/metadata/core-properties/47358f9181a9421fbb43d1b2268535af.psmdcp" Id="Rd843c7282780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a65973c4044de9"/>
  </p:sldMasterIdLst>
  <p:sldIdLst>
    <p:sldId xmlns:r="http://schemas.openxmlformats.org/officeDocument/2006/relationships" id="256" r:id="Rafc2a0bdffd14f87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afc2a0bdffd14f87" /><Relationship Type="http://schemas.openxmlformats.org/officeDocument/2006/relationships/slideMaster" Target="/ppt/slideMasters/slideMaster1.xml" Id="R8aa65973c4044de9" /></Relationships>
</file>

<file path=ppt/slideLayouts/slideLayout1.xml><?xml version="1.0" encoding="utf-8"?>
<p:sldLayout xmlns:p="http://schemas.openxmlformats.org/presentationml/2006/main">
  <p:cSld>
    <p:spTree>
      <p:nvGrpSpPr>
        <a:cNvPr xmlns:a="http://schemas.openxmlformats.org/drawingml/2006/main" id="1" name=""/>
        <a:cNvGrpSpPr xmlns:a="http://schemas.openxmlformats.org/drawingml/2006/main"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4559def564016" /></Relationships>
</file>

<file path=ppt/slideMasters/slideMaster1.xml><?xml version="1.0" encoding="utf-8"?>
<p:sldMaster xmlns:p="http://schemas.openxmlformats.org/presentationml/2006/main">
  <p:cSld>
    <p:spTree>
      <p:nvGrpSpPr>
        <a:cNvPr xmlns:a="http://schemas.openxmlformats.org/drawingml/2006/main" id="1" name=""/>
        <a:cNvGrpSpPr xmlns:a="http://schemas.openxmlformats.org/drawingml/2006/main"/>
        <p:nvPr/>
      </p:nvGrpSpPr>
      <p:grpSpPr>
        <a:xfrm xmlns:a="http://schemas.openxmlformats.org/drawingml/2006/main"/>
      </p:grpSpPr>
    </p:spTree>
  </p:cSld>
  <p:sldLayoutIdLst>
    <p:sldLayoutId xmlns:r="http://schemas.openxmlformats.org/officeDocument/2006/relationships" id="2147483649" r:id="R54d4559def564016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4c7ac51614852" /></Relationships>
</file>

<file path=ppt/slides/slide1.xml><?xml version="1.0" encoding="utf-8"?>
<p:sld xmlns:p="http://schemas.openxmlformats.org/presentationml/2006/main">
  <p:cSld>
    <p:spTree>
      <p:nvGrpSpPr>
        <a:cNvPr xmlns:a="http://schemas.openxmlformats.org/drawingml/2006/main" id="1" name=""/>
        <a:cNvGrpSpPr xmlns:a="http://schemas.openxmlformats.org/drawingml/2006/main"/>
        <p:nvPr/>
      </p:nvGrpSpPr>
      <p:grpSpPr>
        <a:xfrm xmlns:a="http://schemas.openxmlformats.org/drawingml/2006/main"/>
      </p:grpSpPr>
      <p:sp>
        <p:nvSpPr>
          <a:cNvPr xmlns:a="http://schemas.openxmlformats.org/drawingml/2006/main" id="2" name="Title 1"/>
          <a:cNvSpPr xmlns:a="http://schemas.openxmlformats.org/drawingml/2006/main">
            <a:spLocks noGrp="1"/>
          </a:cNvSpPr>
          <p:nvPr>
            <p:ph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Sample Presentation Slide</a:t>
            </a:r>
          </a:p>
        </p:txBody>
      </p:sp>
    </p:spTree>
  </p:cSld>
</p:sld>
</file>